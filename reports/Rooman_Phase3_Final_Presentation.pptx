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640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INTERNSHIP PROJECT —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</a:defRPr>
            </a:pPr>
            <a:r>
              <a:t>Smart AWS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</a:defRPr>
            </a:pPr>
            <a:r>
              <a:t>Provisioning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</a:defRPr>
            </a:pPr>
            <a:r>
              <a:t>Phase III — 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931920"/>
            <a:ext cx="94183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Submitted by:</a:t>
            </a:r>
            <a:br/>
            <a:r>
              <a:t>A. Prithiviraj</a:t>
            </a:r>
            <a:br/>
            <a:r>
              <a:t>aangatla957@gmail.com</a:t>
            </a:r>
            <a:br/>
            <a:br/>
            <a:r>
              <a:t>GitHub:</a:t>
            </a:r>
            <a:br/>
            <a:r>
              <a:t>github.com/Eternal-prithivi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2976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Submitted to:</a:t>
            </a:r>
            <a:br/>
            <a:r>
              <a:t>Truman Technologies</a:t>
            </a:r>
            <a:br/>
            <a:r>
              <a:t>(Rooman Technologies)</a:t>
            </a:r>
            <a:br/>
            <a:br/>
            <a:r>
              <a:t>Domain: IT IGNITE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Submission Date: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658368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27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276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What problem did we solve and for whom?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627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1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10515600" cy="658368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04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048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What was built and how does it work?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404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2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10515600" cy="658368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821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Working system demonstrated end-to-end.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182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3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86200"/>
            <a:ext cx="10515600" cy="658368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319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959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593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Metrics, coverage, and measurable impact.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959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2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10515600" cy="658368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091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736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Lessons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365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What we would do differently next 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736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1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440680"/>
            <a:ext cx="10515600" cy="658368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486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513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0F5"/>
                </a:solidFill>
              </a:defRPr>
            </a:pPr>
            <a:r>
              <a:t>Next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5138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Where this project goes from here.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513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</a:defRPr>
            </a:pPr>
            <a:r>
              <a:t>1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01 — PROBLEM  ·  1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Why This Project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21208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⚠️  Manual Provisioning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Engineers spend hours clicking through the AWS console. Every deployment is different — no repeatability, no audit trail.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54480"/>
            <a:ext cx="521208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🔓  Security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Misconfigured S3 buckets, open SSH ports, wildcard IAM policies. Human error is the #1 cause of cloud breaches.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521208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💸  Cost Surprises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No pre-deployment cost visibility. Teams discover billing spikes only at month-end — too late to 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657600"/>
            <a:ext cx="5212080" cy="192024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🕐  Slow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Infrastructure requests sit in email queues for days. No structured workflow, no accountability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"Organizations lose an average of $14M annually due to cloud misconfigurations." — IBM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02 — SOLUTION  ·  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212080" cy="4572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Smart AWS Infrastructure Provisioning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 fully automated, policy-driven Infrastructure-as-Code platform that replaces manual AWS provisioning with a self-service web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✓  7 modular Terraform modules with feature-flag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✓  Dual policy engine (YAML + OPA) with 8 security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✓  Full-stack Web Dashboard (FastAPI + Next.js) with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✓  Automated drift detection with one-click remediation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✓  CI/CD pipeline with 221 tests at 99%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✓  Slack-integrated approval workflows for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✓  Real-time cost estimation via Infracost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212080" cy="45720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40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Terraform &gt;= 1.10, AWS Provider ~&gt; 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Backend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97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Python 3.9+, FastAPI, Uvicorn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Next.js 14, React, Tailwind CSS, Framer 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611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Custom YAML Engine + Open Policy Agent (Rego)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069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GitHub Actions (3 workflows)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Cost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526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Infracost CLI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983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CloudWatch Alarms + SNS 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State Mgmt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440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S3 Backend + DynamoDB Locking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02 — SOLUTION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4114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Next.js 14 React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Glassmorphic UI with Framer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Deploy Wizard  ·  Policy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Drift Monitor  ·  Team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474720" cy="4114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</a:defRPr>
            </a:pPr>
            <a:r>
              <a:t>APPLICATION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FastAPI Python Backend (19 endpoints)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PolicyEngine (YAML + OPA evaluation)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Terraform subprocess orchestration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SSE streaming  ·  Approval workflows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3474720" cy="41148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34747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INFRASTRUCTURE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7 Terraform Modules (VPC, EC2, S3, IAM...)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S3 Remote State + DynamoDB 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GitHub Actions CI/CD (3 pipelines)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20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Drift Detection (daily cron job)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All modules use enable_* feature flags — only requested resources are provisioned. State is remote-locked via S3 + DynamoDB.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03 — LIVE DEMO  ·  3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System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212080" cy="13716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Login &amp; 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03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Authenticate via GitHub token. System assigns role-based permissions (Admin / DevOps / Developer / Viewer).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212080" cy="13716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52120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Deploy Wizard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Select Terraform modules (VPC, EC2, S3...) → Configure parameters → Preview terraform plan in real-time via SSE streaming.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5212080" cy="13716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108960"/>
            <a:ext cx="52120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Policy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Before apply: YAML engine + OPA evaluate the config. Violations are BLOCKED. Warnings require acknowledgment.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108960"/>
            <a:ext cx="5212080" cy="13716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108960"/>
            <a:ext cx="52120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Cost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576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Infracost calculates estimated monthly AWS cost. High-cost deployments trigger Slack approval notifications.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5212080" cy="13716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663440"/>
            <a:ext cx="5212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Drift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2120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Dashboard shows infrastructure drift alerts. One-click Dry Run previews changes. Apply Fix remediates automatically.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663440"/>
            <a:ext cx="5212080" cy="13716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4663440"/>
            <a:ext cx="52120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Audit &amp;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120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Every action logged in a searchable audit trail. Team management with dynamic RBAC and approval chains.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04 — RESULTS  ·  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Metrics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01168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Terraform</a:t>
            </a:r>
            <a:br/>
            <a:r>
              <a:t>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554480"/>
            <a:ext cx="201168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201168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221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Tests</a:t>
            </a:r>
            <a:br/>
            <a:r>
              <a:t>Passing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554480"/>
            <a:ext cx="201168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Code</a:t>
            </a:r>
            <a:br/>
            <a:r>
              <a:t>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554480"/>
            <a:ext cx="2011680" cy="12801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6459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Monthly</a:t>
            </a:r>
            <a:br/>
            <a:r>
              <a:t>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08960"/>
            <a:ext cx="5212080" cy="27432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BEFORE (Manual)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✗  2-4 hours per environment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✗  No policy enforcement — misconfigs in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✗  Zero cost visibility before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✗  No audit trail — who changed what?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✗  Drift discovered only during incidents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108960"/>
            <a:ext cx="5212080" cy="27432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AFTER (Automated)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Under 5 minutes — fully automated provisioning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8 security rules block violations before 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89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Infracost shows cost estimate pre-deployment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Complete audit log with export capability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20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✓  Daily automated drift detection + auto-fix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05 — LESSONS LEARNED  ·  1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What We Would Do Differently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10515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Start with Policy-as-Code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574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Integrating OPA and YAML rules from Day 1 would have avoided retrofitting security checks into existing modules.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10515600" cy="10515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346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State Management is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Terraform state corruption caused setbacks. S3 + DynamoDB locking was essential — should have been set up before any resource creation.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515600" cy="10515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Abstract Complexity Early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348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The Web UI dramatically improved usability. Building the dashboard earlier would have accelerated testing and feedback cycles.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0515600" cy="10515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120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F0F5"/>
                </a:solidFill>
              </a:defRPr>
            </a:pPr>
            <a:r>
              <a:t>Test Infrastructure Like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235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Writing 221 tests with 99% coverage caught bugs before deployment. Ephemeral test environments proved invaluable for Terraform module 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</a:defRPr>
            </a:pPr>
            <a:r>
              <a:t>06 — NEXT STEPS  ·  1 MINUTE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5"/>
                </a:solidFill>
              </a:defRPr>
            </a:pPr>
            <a:r>
              <a:t>Where This Project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Multi-Region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Extend infrastructure to span multiple AWS regions for high availability and disaster recovery.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</a:defRPr>
            </a:pPr>
            <a:r>
              <a:t>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10515600" cy="8229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Container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Add ECS/EKS modules for container workloads with auto-scaling and service mesh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697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</a:defRPr>
            </a:pPr>
            <a:r>
              <a:t>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10515600" cy="8229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47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Cost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Machine learning model trained on historical usage to predict and alert on billing anomalies.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10515600" cy="8229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07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SSO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Replace GitHub token auth with enterprise SSO (SAML/OIDC) for production-grade identity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</a:defRPr>
            </a:pPr>
            <a: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10515600" cy="82296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68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5"/>
                </a:solidFill>
              </a:defRPr>
            </a:pPr>
            <a:r>
              <a:t>Production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06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Load testing, WAF integration, secrets management (Vault), and comprehensive runbook documentation.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6B6D4"/>
                </a:solidFill>
              </a:defRPr>
            </a:pPr>
            <a:r>
              <a:t>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011680"/>
            <a:ext cx="6675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The Smart AWS Infrastructure Provisioning System is fully operational,</a:t>
            </a:r>
            <a:br/>
            <a:r>
              <a:t>thoroughly tested, and ready for production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6675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2926080" cy="9144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617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</a:defRPr>
            </a:pPr>
            <a: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github.com/Eternal-prithivi</a:t>
            </a:r>
            <a:br/>
            <a:r>
              <a:t>Clean README + commit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572000"/>
            <a:ext cx="2926080" cy="9144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617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</a:defRPr>
            </a:pPr>
            <a:r>
              <a:t>Live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localhost:3000 (Web UI)</a:t>
            </a:r>
            <a:br/>
            <a:r>
              <a:t>19 API endpoints documented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2926080" cy="914400"/>
          </a:xfrm>
          <a:prstGeom prst="rect">
            <a:avLst/>
          </a:prstGeom>
          <a:solidFill>
            <a:srgbClr val="161926"/>
          </a:solidFill>
          <a:ln w="12700">
            <a:solidFill>
              <a:srgbClr val="2D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617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</a:defRPr>
            </a:pPr>
            <a:r>
              <a:t>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937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Architecture docs + Runbook</a:t>
            </a:r>
            <a:br/>
            <a:r>
              <a:t>221 tests · 99%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F0F5"/>
                </a:solidFill>
              </a:defRPr>
            </a:pPr>
            <a:r>
              <a:t>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Rooman Technologies  |  Internship Project — Phase III Final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