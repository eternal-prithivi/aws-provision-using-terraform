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INTERNSHIP PROJECT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</a:defRPr>
            </a:pPr>
            <a:r>
              <a:t>Smart AWS Infrastructure</a:t>
            </a:r>
            <a:br/>
            <a:r>
              <a:t>Provisioning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Phase II —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65760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9319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Submitted by:</a:t>
            </a:r>
          </a:p>
          <a:p>
            <a:pPr>
              <a:spcAft>
                <a:spcPts val="400"/>
              </a:spcAft>
              <a:defRPr sz="1600" b="1">
                <a:solidFill>
                  <a:srgbClr val="F0F0F5"/>
                </a:solidFill>
              </a:defRPr>
            </a:pPr>
            <a:r>
              <a:t>[Your Full Name]</a:t>
            </a:r>
          </a:p>
          <a:p>
            <a:pPr>
              <a:spcAft>
                <a:spcPts val="400"/>
              </a:spcAft>
              <a:defRPr sz="1200" b="0">
                <a:solidFill>
                  <a:srgbClr val="6366F1"/>
                </a:solidFill>
              </a:defRPr>
            </a:pPr>
            <a:r>
              <a:t>[aangatla957@gmail.com]</a:t>
            </a:r>
          </a:p>
          <a:p>
            <a:pPr>
              <a:spcAft>
                <a:spcPts val="400"/>
              </a:spcAft>
              <a:defRPr sz="8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GitHub:</a:t>
            </a:r>
          </a:p>
          <a:p>
            <a:pPr>
              <a:spcAft>
                <a:spcPts val="400"/>
              </a:spcAft>
              <a:defRPr sz="1200" b="0">
                <a:solidFill>
                  <a:srgbClr val="6366F1"/>
                </a:solidFill>
              </a:defRPr>
            </a:pPr>
            <a:r>
              <a:t>[github.com/your-repo-link]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9319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Submitted to:</a:t>
            </a:r>
          </a:p>
          <a:p>
            <a:pPr>
              <a:spcAft>
                <a:spcPts val="400"/>
              </a:spcAft>
              <a:defRPr sz="1600" b="1">
                <a:solidFill>
                  <a:srgbClr val="F0F0F5"/>
                </a:solidFill>
              </a:defRPr>
            </a:pPr>
            <a:r>
              <a:t>Truman Technologies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(Rooman Technologies)</a:t>
            </a:r>
          </a:p>
          <a:p>
            <a:pPr>
              <a:spcAft>
                <a:spcPts val="400"/>
              </a:spcAft>
              <a:defRPr sz="8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Mentor:</a:t>
            </a:r>
          </a:p>
          <a:p>
            <a:pPr>
              <a:spcAft>
                <a:spcPts val="400"/>
              </a:spcAft>
              <a:defRPr sz="1200" b="0">
                <a:solidFill>
                  <a:srgbClr val="F0F0F5"/>
                </a:solidFill>
              </a:defRPr>
            </a:pPr>
            <a:r>
              <a:t>[Mentor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Submission Date: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01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105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02  System Architecture &amp;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942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6F1"/>
                </a:solidFill>
              </a:defRPr>
            </a:pPr>
            <a:r>
              <a:t>03  Infrastructure-as-Code (Terraform Modules)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8833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04  Policy Engine &amp; Security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05  Web UI Dashboard &amp; Team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06  Drift Detection, CI/CD &amp;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050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07  Testing &amp; Quality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4398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6F1"/>
                </a:solidFill>
              </a:defRPr>
            </a:pPr>
            <a:r>
              <a:t>08  Code Snippets — Infrastructure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8289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6F1"/>
                </a:solidFill>
              </a:defRPr>
            </a:pPr>
            <a:r>
              <a:t>09  Code Snippets — Backend &amp; Policy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21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6F1"/>
                </a:solidFill>
              </a:defRPr>
            </a:pPr>
            <a:r>
              <a:t>10  Code Snippets — CI/CD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60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</a:defRPr>
            </a:pPr>
            <a:r>
              <a:t>11  Conclusion &amp; 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Rooman Technologies  |  Internship Project — Phase II Build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01 —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12801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Project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Transition from manual, error-prone cloud deployments to a fully automated,</a:t>
            </a:r>
            <a:br/>
            <a:r>
              <a:t>policy-driven Infrastructure-as-Code (IaC) system using Terraform + Python.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515600" cy="12801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Core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 working, deployed system with 7 Terraform modules, a dual policy engine</a:t>
            </a:r>
            <a:br/>
            <a:r>
              <a:t>(YAML + OPA), a full-stack Web Dashboard (FastAPI + Next.js), and 221 passing tests.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80560"/>
            <a:ext cx="10515600" cy="12801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Key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Developers can now provision secure, cost-controlled AWS infrastructure</a:t>
            </a:r>
            <a:br/>
            <a:r>
              <a:t>without deep cloud expertise — all within the AWS Free Tier ($0/month).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Rooman Technologies  |  Internship Project — Phase II Build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02 — System Architecture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9144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Presentation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Next.js 14 · React · Framer Motion · CSS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5029200" cy="9144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</a:defRPr>
            </a:pPr>
            <a:r>
              <a:t>API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Python · FastAPI · Uvicorn · 19 REST Endpoints · SSE Streaming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5029200" cy="9144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Intelligence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YAML Policy Engine · OPA (Rego) · Infracost · Pytest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63440"/>
            <a:ext cx="5029200" cy="9144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</a:defRPr>
            </a:pPr>
            <a:r>
              <a:t>Infrastructure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Terraform (HCL) · 7 AWS Modules · GitHub Actions CI/CD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Full Technology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▸ Terraform &gt;= 1.10 (HCL) + AWS Provider v5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59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▸ Python 3.9+ with FastAPI &amp; Uvicorn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066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▸ Next.js 14 (React 18, App Router)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540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▸ Framer Motion for UI animations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01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▸ Open Policy Agent (OPA) + Rego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▸ Infracost for cost estimation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96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▸ GitHub Actions (CI/CD + Drift Cron)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439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▸ AWS CLI v2, Bash scripting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791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▸ Pytest (221 tests, 99% coverage)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138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▸ YAML for policy rules &amp; team 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Rooman Technologies  |  Internship Project — Phase II Build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03 — Infrastructure-as-Code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606040" cy="18288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VPC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</a:defRPr>
            </a:pPr>
            <a:r>
              <a:t>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Isolated VPC with public/private subnets,</a:t>
            </a:r>
            <a:br/>
            <a:r>
              <a:t>Internet Gateway, and route tables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371600"/>
            <a:ext cx="2606040" cy="18288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EC2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28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</a:defRPr>
            </a:pPr>
            <a:r>
              <a:t>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48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Free-tier t2.micro instance with security</a:t>
            </a:r>
            <a:br/>
            <a:r>
              <a:t>groups, Amazon Linux 2 AMI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2606040" cy="18288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</a:defRPr>
            </a:pPr>
            <a: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Private bucket with AES256 encryption,</a:t>
            </a:r>
            <a:br/>
            <a:r>
              <a:t>public access blocked explicitly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371600"/>
            <a:ext cx="2606040" cy="18288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IAM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828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</a:defRPr>
            </a:pPr>
            <a: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Least-privilege roles without wildcard</a:t>
            </a:r>
            <a:br/>
            <a:r>
              <a:t>permissions, scoped to S3 bucket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474720"/>
            <a:ext cx="2606040" cy="18288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CloudWatch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31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</a:defRPr>
            </a:pPr>
            <a:r>
              <a:t>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51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CPU utilization alarms with SNS</a:t>
            </a:r>
            <a:br/>
            <a:r>
              <a:t>email notifications on breach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474720"/>
            <a:ext cx="2606040" cy="18288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Billing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931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</a:defRPr>
            </a:pPr>
            <a:r>
              <a:t>Cost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251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AWS Budget ($1 USD) with dynamic</a:t>
            </a:r>
            <a:br/>
            <a:r>
              <a:t>notification subscribers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474720"/>
            <a:ext cx="2606040" cy="18288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DynamoDB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931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</a:defRPr>
            </a:pPr>
            <a:r>
              <a:t>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51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On-demand table for state locking</a:t>
            </a:r>
            <a:br/>
            <a:r>
              <a:t>and Always-Free-ready workloads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All modules use enable_* feature flags — only requested resources are provisioned. State is remote-locked via S3 + DynamoDB.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Rooman Technologies  |  Internship Project — Phase II Build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04 — Policy Engine &amp; Security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YAML Rules Engine (8 Rules)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</a:defRPr>
            </a:pPr>
            <a:r>
              <a:t>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public_s3_bucket — S3 must not be public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505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</a:defRPr>
            </a:pPr>
            <a: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450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open_ssh_port — SSH not open to 0.0.0.0/0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95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</a:defRPr>
            </a:pPr>
            <a:r>
              <a:t>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8895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open_rdp_port — RDP not open to 0.0.0.0/0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284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</a:defRPr>
            </a:pPr>
            <a:r>
              <a:t>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3284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iam_wildcard — No wildcard (*) 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673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WARN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767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expensive_ec2 — Non-free-tier instance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WARN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missing_s3_encryption — AES256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451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WARN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645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missing_tags — Owner &amp; Project tags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840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WARN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0840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cloudtrail_disabled — Enable in 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71600"/>
            <a:ext cx="5029200" cy="201168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OPA Integration (Rego)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9202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Industry-standard Open Policy Agent</a:t>
            </a:r>
            <a:br/>
            <a:r>
              <a:t>evaluates Terraform plans using Rego</a:t>
            </a:r>
            <a:br/>
            <a:r>
              <a:t>policies before any apply step.</a:t>
            </a:r>
            <a:br/>
            <a:r>
              <a:t>Custom policies can be added via the Web UI.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657600"/>
            <a:ext cx="5029200" cy="201168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Cost Estimation (Infracost)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2062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Terraform plans are piped through Infracost</a:t>
            </a:r>
            <a:br/>
            <a:r>
              <a:t>CLI before provisioning. Estimated monthly</a:t>
            </a:r>
            <a:br/>
            <a:r>
              <a:t>costs are displayed in the Web UI, ensuring</a:t>
            </a:r>
            <a:br/>
            <a:r>
              <a:t>no surprise billing for the team.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Rooman Technologies  |  Internship Project — Phase II Build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05 — Web UI Dashboard &amp; Team Collaboration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19202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Deploy Wizard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7-step interactive form to configure</a:t>
            </a:r>
            <a:br/>
            <a:r>
              <a:t>and launch AWS infrastructure with</a:t>
            </a:r>
            <a:br/>
            <a:r>
              <a:t>real-time Terraform output streaming.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371600"/>
            <a:ext cx="3474720" cy="19202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Policy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Live view of all YAML + OPA rules.</a:t>
            </a:r>
            <a:br/>
            <a:r>
              <a:t>Includes Test Runner and custom</a:t>
            </a:r>
            <a:br/>
            <a:r>
              <a:t>policy creation via the UI.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598" y="1371600"/>
            <a:ext cx="3474720" cy="19202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8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Audit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8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Filterable, searchable global ledger</a:t>
            </a:r>
            <a:br/>
            <a:r>
              <a:t>of every deployment, approval, and</a:t>
            </a:r>
            <a:br/>
            <a:r>
              <a:t>system event with export to JSON.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3474720" cy="19202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Drift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Real-time drift alerts with one-click</a:t>
            </a:r>
            <a:br/>
            <a:r>
              <a:t>Dry Run and Apply Fix buttons</a:t>
            </a:r>
            <a:br/>
            <a:r>
              <a:t>triggered directly from the dashboard.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3566160"/>
            <a:ext cx="3474720" cy="19202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Team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41148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RBAC roles (Admin, DevOps, Developer,</a:t>
            </a:r>
            <a:br/>
            <a:r>
              <a:t>Viewer) with dynamic permission</a:t>
            </a:r>
            <a:br/>
            <a:r>
              <a:t>control and member management.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8" y="3566160"/>
            <a:ext cx="3474720" cy="19202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Admin 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41148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Global config panel for Slack</a:t>
            </a:r>
            <a:br/>
            <a:r>
              <a:t>webhooks, default AWS region,</a:t>
            </a:r>
            <a:br/>
            <a:r>
              <a:t>strict mode toggle, and logout.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Slack webhook integration enables deployment approval workflows with real-time team notifications.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Rooman Technologies  |  Internship Project — Phase II Build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06 — Drift Detection, CI/CD &amp;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22860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CI/CD Pipelines (GitHub Actions)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▸ terraform.yml — Push to main: pytest → fmt → init → validate →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▸ infracost.yml — PRs to main: cost estimate + PR comment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▸ drift-detection.yml — Daily cron at 06:00 UTC: terraform plan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5303520" cy="201168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Automated Drift Remediation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▸ detect.sh runs terraform plan -detailed-exitcode</a:t>
            </a:r>
            <a:br/>
            <a:r>
              <a:t>▸ Exit code 2 = drift found → generates drift-report.txt</a:t>
            </a:r>
            <a:br/>
            <a:r>
              <a:t>▸ remediation.py --apply --auto-approve for auto-fix</a:t>
            </a:r>
            <a:br/>
            <a:r>
              <a:t>▸ Web UI provides Dry Run Fix and Apply Fix 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221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Total Tests Passing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Code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49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94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Minimum Coverage Gate (CI enforced)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5"/>
                </a:solidFill>
              </a:defRPr>
            </a:pPr>
            <a:r>
              <a:t>Test Categories: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▸ Unit: Policy engine, wizard config, team RBAC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349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▸ Integration: API endpoints, Terraform subprocess mocks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▸ Auth: GitHub token validation, role enforcement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Rooman Technologies  |  Internship Project — Phase II Build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</a:defRPr>
            </a:pPr>
            <a:r>
              <a:t>07 — Code: Infrastructure Core (Terraform)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303520" cy="3474720"/>
          </a:xfrm>
          <a:prstGeom prst="rect">
            <a:avLst/>
          </a:prstGeom>
          <a:solidFill>
            <a:srgbClr val="0C0D14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78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</a:defRPr>
            </a:pPr>
            <a:r>
              <a:t>main.tf — Root Configuration (7 modules)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8BDF8"/>
                </a:solidFill>
                <a:latin typeface="Courier New"/>
              </a:defRPr>
            </a:pPr>
            <a:r>
              <a:t>terraform {</a:t>
            </a:r>
            <a:br/>
            <a:r>
              <a:t>  required_version = "&gt;= 1.10.0"</a:t>
            </a:r>
            <a:br/>
            <a:r>
              <a:t>  required_providers {</a:t>
            </a:r>
            <a:br/>
            <a:r>
              <a:t>    aws = { source = "hashicorp/aws", version = "~&gt; 5.0" }</a:t>
            </a:r>
            <a:br/>
            <a:r>
              <a:t>  }</a:t>
            </a:r>
            <a:br/>
            <a:r>
              <a:t>}</a:t>
            </a:r>
            <a:br/>
            <a:r>
              <a:t>provider "aws" { region = var.aws_region }</a:t>
            </a:r>
            <a:br/>
            <a:br/>
            <a:r>
              <a:t>module "vpc" {</a:t>
            </a:r>
            <a:br/>
            <a:r>
              <a:t>  source = "./modules/vpc"</a:t>
            </a:r>
            <a:br/>
            <a:r>
              <a:t>  enable_vpc = var.enable_vpc</a:t>
            </a:r>
            <a:br/>
            <a:r>
              <a:t>  vpc_cidr   = var.vpc_cidr</a:t>
            </a:r>
            <a:br/>
            <a:r>
              <a:t>  tags       = var.tags</a:t>
            </a:r>
            <a:br/>
            <a:r>
              <a:t>}</a:t>
            </a:r>
            <a:br/>
            <a:r>
              <a:t>module "ec2" {</a:t>
            </a:r>
            <a:br/>
            <a:r>
              <a:t>  source = "./modules/ec2"</a:t>
            </a:r>
            <a:br/>
            <a:r>
              <a:t>  enable_ec2    = var.enable_ec2</a:t>
            </a:r>
            <a:br/>
            <a:r>
              <a:t>  instance_type = var.instance_type</a:t>
            </a:r>
            <a:br/>
            <a:r>
              <a:t>  subnet_id     = module.vpc.public_subnet_id</a:t>
            </a:r>
            <a:br/>
            <a:r>
              <a:t>  vpc_id        = module.vpc.vpc_id</a:t>
            </a:r>
            <a:br/>
            <a:r>
              <a:t>  tags          = var.tags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05840"/>
            <a:ext cx="5303520" cy="3474720"/>
          </a:xfrm>
          <a:prstGeom prst="rect">
            <a:avLst/>
          </a:prstGeom>
          <a:solidFill>
            <a:srgbClr val="0C0D14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78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</a:defRPr>
            </a:pPr>
            <a:r>
              <a:t>modules/vpc/main.tf — VPC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32588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8BDF8"/>
                </a:solidFill>
                <a:latin typeface="Courier New"/>
              </a:defRPr>
            </a:pPr>
            <a:r>
              <a:t>resource "aws_vpc" "main" {</a:t>
            </a:r>
            <a:br/>
            <a:r>
              <a:t>  count      = var.enable_vpc ? 1 : 0</a:t>
            </a:r>
            <a:br/>
            <a:r>
              <a:t>  cidr_block = var.vpc_cidr</a:t>
            </a:r>
            <a:br/>
            <a:r>
              <a:t>  tags = merge(var.tags, { Name = "main-vpc" })</a:t>
            </a:r>
            <a:br/>
            <a:r>
              <a:t>}</a:t>
            </a:r>
            <a:br/>
            <a:r>
              <a:t>resource "aws_subnet" "public" {</a:t>
            </a:r>
            <a:br/>
            <a:r>
              <a:t>  count                   = var.enable_vpc ? 1 : 0</a:t>
            </a:r>
            <a:br/>
            <a:r>
              <a:t>  vpc_id                  = aws_vpc.main[0].id</a:t>
            </a:r>
            <a:br/>
            <a:r>
              <a:t>  cidr_block              = cidrsubnet(var.vpc_cidr, 8, 1)</a:t>
            </a:r>
            <a:br/>
            <a:r>
              <a:t>  availability_zone       = data.aws_availability_zones.available.names[0]</a:t>
            </a:r>
            <a:br/>
            <a:r>
              <a:t>  map_public_ip_on_launch = true</a:t>
            </a:r>
            <a:br/>
            <a:r>
              <a:t>  tags = merge(var.tags, { Name = "public-subnet" })</a:t>
            </a:r>
            <a:br/>
            <a:r>
              <a:t>}</a:t>
            </a:r>
            <a:br/>
            <a:r>
              <a:t>resource "aws_internet_gateway" "main" {</a:t>
            </a:r>
            <a:br/>
            <a:r>
              <a:t>  count  = var.enable_vpc ? 1 : 0</a:t>
            </a:r>
            <a:br/>
            <a:r>
              <a:t>  vpc_id = aws_vpc.main[0].id</a:t>
            </a:r>
            <a:br/>
            <a:r>
              <a:t>  tags = merge(var.tags, { Name = "main-igw" })</a:t>
            </a:r>
            <a:br/>
            <a: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10789920" cy="1371600"/>
          </a:xfrm>
          <a:prstGeom prst="rect">
            <a:avLst/>
          </a:prstGeom>
          <a:solidFill>
            <a:srgbClr val="0C0D14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365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</a:defRPr>
            </a:pPr>
            <a:r>
              <a:t>modules/billing/main.tf — Dynamic Budget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8BDF8"/>
                </a:solidFill>
                <a:latin typeface="Courier New"/>
              </a:defRPr>
            </a:pPr>
            <a:r>
              <a:t>resource "aws_budgets_budget" "monthly" {</a:t>
            </a:r>
            <a:br/>
            <a:r>
              <a:t>  name         = "monthly-budget"</a:t>
            </a:r>
            <a:br/>
            <a:r>
              <a:t>  budget_type  = "COST"</a:t>
            </a:r>
            <a:br/>
            <a:r>
              <a:t>  limit_amount = var.budget_limit</a:t>
            </a:r>
            <a:br/>
            <a:r>
              <a:t>  limit_unit   = "USD"</a:t>
            </a:r>
            <a:br/>
            <a:r>
              <a:t>  time_unit    = "MONTHLY"</a:t>
            </a:r>
            <a:br/>
            <a:r>
              <a:t>  dynamic "notification" {</a:t>
            </a:r>
            <a:br/>
            <a:r>
              <a:t>    for_each = var.budget_email != "" ? [1] : []</a:t>
            </a:r>
            <a:br/>
            <a:r>
              <a:t>    content {</a:t>
            </a:r>
            <a:br/>
            <a:r>
              <a:t>      comparison_operator = "GREATER_THAN"</a:t>
            </a:r>
            <a:br/>
            <a:r>
              <a:t>      threshold           = 80</a:t>
            </a:r>
            <a:br/>
            <a:r>
              <a:t>      threshold_type      = "PERCENTAGE"</a:t>
            </a:r>
            <a:br/>
            <a:r>
              <a:t>      notification_type   = "ACTUAL"</a:t>
            </a:r>
            <a:br/>
            <a:r>
              <a:t>      subscriber_email_addresses = [var.budget_email]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Rooman Technologies  |  Internship Project — Phase II Build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</a:defRPr>
            </a:pPr>
            <a:r>
              <a:t>08 — Code: Backend API &amp; Policy Engine (Python)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303520" cy="3291840"/>
          </a:xfrm>
          <a:prstGeom prst="rect">
            <a:avLst/>
          </a:prstGeom>
          <a:solidFill>
            <a:srgbClr val="0C0D14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78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</a:defRPr>
            </a:pPr>
            <a:r>
              <a:t>policy-engine/engine.py — PolicyEngine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8BDF8"/>
                </a:solidFill>
                <a:latin typeface="Courier New"/>
              </a:defRPr>
            </a:pPr>
            <a:r>
              <a:t>class PolicyEngine:</a:t>
            </a:r>
            <a:br/>
            <a:r>
              <a:t>    def __init__(self, rules_path: str) -&gt; None:</a:t>
            </a:r>
            <a:br/>
            <a:r>
              <a:t>        self.rules = self._load_rules(rules_path)</a:t>
            </a:r>
            <a:br/>
            <a:br/>
            <a:r>
              <a:t>    def evaluate(self, config: dict) -&gt; EvaluationResult:</a:t>
            </a:r>
            <a:br/>
            <a:r>
              <a:t>        result = EvaluationResult()</a:t>
            </a:r>
            <a:br/>
            <a:r>
              <a:t>        for rule in self.rules:</a:t>
            </a:r>
            <a:br/>
            <a:r>
              <a:t>            triggered = self._check_rule(rule, config)</a:t>
            </a:r>
            <a:br/>
            <a:r>
              <a:t>            if triggered:</a:t>
            </a:r>
            <a:br/>
            <a:r>
              <a:t>                violation = Violation(</a:t>
            </a:r>
            <a:br/>
            <a:r>
              <a:t>                    rule_name=rule["name"],</a:t>
            </a:r>
            <a:br/>
            <a:r>
              <a:t>                    description=rule["description"],</a:t>
            </a:r>
            <a:br/>
            <a:r>
              <a:t>                    severity=rule["severity"])</a:t>
            </a:r>
            <a:br/>
            <a:r>
              <a:t>                if rule["severity"] == "block":</a:t>
            </a:r>
            <a:br/>
            <a:r>
              <a:t>                    result.violations.append(violation)</a:t>
            </a:r>
            <a:br/>
            <a:r>
              <a:t>                else:</a:t>
            </a:r>
            <a:br/>
            <a:r>
              <a:t>                    result.warnings.append(violation)</a:t>
            </a:r>
            <a:br/>
            <a:r>
              <a:t>        return result</a:t>
            </a:r>
            <a:br/>
            <a:br/>
            <a:r>
              <a:t>    def _check_rule(self, rule, config) -&gt; bool:</a:t>
            </a:r>
            <a:br/>
            <a:r>
              <a:t>        condition = rule.get("condition", "False")</a:t>
            </a:r>
            <a:br/>
            <a:r>
              <a:t>        return bool(eval(condition, {"__builtins__": {}}, config))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05840"/>
            <a:ext cx="5303520" cy="3291840"/>
          </a:xfrm>
          <a:prstGeom prst="rect">
            <a:avLst/>
          </a:prstGeom>
          <a:solidFill>
            <a:srgbClr val="0C0D14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78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</a:defRPr>
            </a:pPr>
            <a:r>
              <a:t>web-ui/api/server.py — FastAPI Policy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3258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8BDF8"/>
                </a:solidFill>
                <a:latin typeface="Courier New"/>
              </a:defRPr>
            </a:pPr>
            <a:r>
              <a:t>app = FastAPI(title="Smart AWS Provisioning API")</a:t>
            </a:r>
            <a:br/>
            <a:br/>
            <a:r>
              <a:t>class ConfigPayload(BaseModel):</a:t>
            </a:r>
            <a:br/>
            <a:r>
              <a:t>    aws_region: str = "ap-south-1"</a:t>
            </a:r>
            <a:br/>
            <a:r>
              <a:t>    enable_vpc: bool = False</a:t>
            </a:r>
            <a:br/>
            <a:r>
              <a:t>    enable_ec2: bool = False</a:t>
            </a:r>
            <a:br/>
            <a:r>
              <a:t>    instance_type: str = "t2.micro"</a:t>
            </a:r>
            <a:br/>
            <a:r>
              <a:t>    tags: dict = {}</a:t>
            </a:r>
            <a:br/>
            <a:br/>
            <a:r>
              <a:t>@app.post("/api/policies/evaluate")</a:t>
            </a:r>
            <a:br/>
            <a:r>
              <a:t>async def evaluate_policies(config: ConfigPayload):</a:t>
            </a:r>
            <a:br/>
            <a:r>
              <a:t>    engine = PolicyEngine("policy-engine/rules.yaml")</a:t>
            </a:r>
            <a:br/>
            <a:r>
              <a:t>    result = engine.evaluate(config.model_dump())</a:t>
            </a:r>
            <a:br/>
            <a:r>
              <a:t>    return {</a:t>
            </a:r>
            <a:br/>
            <a:r>
              <a:t>        "violations": [asdict(v) for v in result.violations],</a:t>
            </a:r>
            <a:br/>
            <a:r>
              <a:t>        "warnings":  [asdict(w) for w in result.warnings],</a:t>
            </a:r>
            <a:br/>
            <a:r>
              <a:t>        "summary": {</a:t>
            </a:r>
            <a:br/>
            <a:r>
              <a:t>            "total_blocks": len(result.violations),</a:t>
            </a:r>
            <a:br/>
            <a:r>
              <a:t>            "total_warnings": len(result.warnings),</a:t>
            </a:r>
            <a:br/>
            <a:r>
              <a:t>            "can_deploy": not result.has_blocks()</a:t>
            </a:r>
            <a:br/>
            <a:r>
              <a:t>        }</a:t>
            </a:r>
            <a:br/>
            <a:r>
              <a:t>   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80560"/>
            <a:ext cx="10789920" cy="1554480"/>
          </a:xfrm>
          <a:prstGeom prst="rect">
            <a:avLst/>
          </a:prstGeom>
          <a:solidFill>
            <a:srgbClr val="0C0D14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55371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</a:defRPr>
            </a:pPr>
            <a:r>
              <a:t>policy-engine/rules.yaml — Declarative Security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00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8BDF8"/>
                </a:solidFill>
                <a:latin typeface="Courier New"/>
              </a:defRPr>
            </a:pPr>
            <a:r>
              <a:t>rules:</a:t>
            </a:r>
            <a:br/>
            <a:r>
              <a:t>  - name: public_s3_bucket</a:t>
            </a:r>
            <a:br/>
            <a:r>
              <a:t>    description: &gt;</a:t>
            </a:r>
            <a:br/>
            <a:r>
              <a:t>      S3 bucket is configured to allow public access.</a:t>
            </a:r>
            <a:br/>
            <a:r>
              <a:t>      Deploy will be blocked until this is fixed.</a:t>
            </a:r>
            <a:br/>
            <a:r>
              <a:t>    severity: block</a:t>
            </a:r>
            <a:br/>
            <a:r>
              <a:t>    condition: "s3_bucket_public == True"</a:t>
            </a:r>
            <a:br/>
            <a:br/>
            <a:r>
              <a:t>  - name: expensive_ec2_instance</a:t>
            </a:r>
            <a:br/>
            <a:r>
              <a:t>    description: &gt;</a:t>
            </a:r>
            <a:br/>
            <a:r>
              <a:t>      EC2 instance type is not free-tier eligible.</a:t>
            </a:r>
            <a:br/>
            <a:r>
              <a:t>      Use t2.micro for development and testing.</a:t>
            </a:r>
            <a:br/>
            <a:r>
              <a:t>    severity: warning</a:t>
            </a:r>
            <a:br/>
            <a:r>
              <a:t>    condition: "instance_type not in ['t2.micro', 't3.micro']"</a:t>
            </a:r>
            <a:br/>
            <a:br/>
            <a:r>
              <a:t>  - name: missing_resource_tags</a:t>
            </a:r>
            <a:br/>
            <a:r>
              <a:t>    description: &gt;</a:t>
            </a:r>
            <a:br/>
            <a:r>
              <a:t>      Resources are missing tags. Add Owner and Project.</a:t>
            </a:r>
            <a:br/>
            <a:r>
              <a:t>    severity: warning</a:t>
            </a:r>
            <a:br/>
            <a:r>
              <a:t>    condition: "tags is None or tags == {}"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Rooman Technologies  |  Internship Project — Phase II Build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</a:defRPr>
            </a:pPr>
            <a:r>
              <a:t>09 — Code: CI/CD Pipeline &amp; Drift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303520" cy="3108960"/>
          </a:xfrm>
          <a:prstGeom prst="rect">
            <a:avLst/>
          </a:prstGeom>
          <a:solidFill>
            <a:srgbClr val="0C0D14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78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</a:defRPr>
            </a:pPr>
            <a:r>
              <a:t>.github/workflows/terraform.yml — CI/CD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8BDF8"/>
                </a:solidFill>
                <a:latin typeface="Courier New"/>
              </a:defRPr>
            </a:pPr>
            <a:r>
              <a:t>name: Terraform CI/CD</a:t>
            </a:r>
            <a:br/>
            <a:r>
              <a:t>on:</a:t>
            </a:r>
            <a:br/>
            <a:r>
              <a:t>  push:</a:t>
            </a:r>
            <a:br/>
            <a:r>
              <a:t>    branches: [main, development]</a:t>
            </a:r>
            <a:br/>
            <a:r>
              <a:t>  pull_request:</a:t>
            </a:r>
            <a:br/>
            <a:r>
              <a:t>    branches: [main]</a:t>
            </a:r>
            <a:br/>
            <a:r>
              <a:t>jobs:</a:t>
            </a:r>
            <a:br/>
            <a:r>
              <a:t>  test-and-validate: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actions/checkout@v4</a:t>
            </a:r>
            <a:br/>
            <a:r>
              <a:t>      - uses: actions/setup-python@v5</a:t>
            </a:r>
            <a:br/>
            <a:r>
              <a:t>        with: { python-version: "3.10" }</a:t>
            </a:r>
            <a:br/>
            <a:r>
              <a:t>      - run: pip install -r requirements.txt</a:t>
            </a:r>
            <a:br/>
            <a:r>
              <a:t>      - run: pytest tests/ --cov=. --cov-fail-under=80</a:t>
            </a:r>
            <a:br/>
            <a:r>
              <a:t>      - uses: hashicorp/setup-terraform@v3</a:t>
            </a:r>
            <a:br/>
            <a:r>
              <a:t>      - run: terraform fmt -check -recursive</a:t>
            </a:r>
            <a:br/>
            <a:r>
              <a:t>      - run: terraform init</a:t>
            </a:r>
            <a:br/>
            <a:r>
              <a:t>      - run: terraform validate</a:t>
            </a:r>
            <a:br/>
            <a:r>
              <a:t>      - run: terraform plan -input=false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05840"/>
            <a:ext cx="5303520" cy="3108960"/>
          </a:xfrm>
          <a:prstGeom prst="rect">
            <a:avLst/>
          </a:prstGeom>
          <a:solidFill>
            <a:srgbClr val="0C0D14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78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</a:defRPr>
            </a:pPr>
            <a:r>
              <a:t>drift-detection/detect.sh — Automated Drift 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3258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8BDF8"/>
                </a:solidFill>
                <a:latin typeface="Courier New"/>
              </a:defRPr>
            </a:pPr>
            <a:r>
              <a:t>#!/usr/bin/env bash</a:t>
            </a:r>
            <a:br/>
            <a:r>
              <a:t># drift-detection/detect.sh</a:t>
            </a:r>
            <a:br/>
            <a:r>
              <a:t>set -euo pipefail</a:t>
            </a:r>
            <a:br/>
            <a:r>
              <a:t>REPORT_FILE="$PROJECT_ROOT/drift-report.txt"</a:t>
            </a:r>
            <a:br/>
            <a:r>
              <a:t>TIMESTAMP=$(date -u +"%Y-%m-%d %H:%M:%S UTC")</a:t>
            </a:r>
            <a:br/>
            <a:br/>
            <a:r>
              <a:t>echo "  Initializing..."</a:t>
            </a:r>
            <a:br/>
            <a:r>
              <a:t>terraform init -input=false -no-color &gt; /dev/null 2&gt;&amp;1</a:t>
            </a:r>
            <a:br/>
            <a:br/>
            <a:r>
              <a:t>echo "  Scanning for drift..."</a:t>
            </a:r>
            <a:br/>
            <a:r>
              <a:t>PLAN_OUTPUT=$(terraform plan -input=false \</a:t>
            </a:r>
            <a:br/>
            <a:r>
              <a:t>  -detailed-exitcode -no-color 2&gt;&amp;1) || PLAN_EXIT_CODE=$?</a:t>
            </a:r>
            <a:br/>
            <a:r>
              <a:t># Exit codes: 0=clean, 1=error, 2=drift found</a:t>
            </a:r>
            <a:br/>
            <a:br/>
            <a:r>
              <a:t>if [ "$PLAN_EXIT_CODE" -eq 2 ]; then</a:t>
            </a:r>
            <a:br/>
            <a:r>
              <a:t>    echo "DRIFT DETECTED" &gt; "$REPORT_FILE"</a:t>
            </a:r>
            <a:br/>
            <a:r>
              <a:t>    echo "$PLAN_OUTPUT" &gt;&gt; "$REPORT_FILE"</a:t>
            </a:r>
            <a:br/>
            <a:r>
              <a:t>    exit 2  # Signal drift to CI/CD</a:t>
            </a:r>
            <a:br/>
            <a:r>
              <a:t>fi</a:t>
            </a:r>
            <a:br/>
            <a:r>
              <a:t>echo "No drift detected. Infrastructure is clean."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10789920" cy="1737360"/>
          </a:xfrm>
          <a:prstGeom prst="rect">
            <a:avLst/>
          </a:prstGeom>
          <a:solidFill>
            <a:srgbClr val="0C0D14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7083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</a:defRPr>
            </a:pPr>
            <a:r>
              <a:t>drift-detection/remediation.py — Auto-Remediation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17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8BDF8"/>
                </a:solidFill>
                <a:latin typeface="Courier New"/>
              </a:defRPr>
            </a:pPr>
            <a:r>
              <a:t>def remediate_drift(check_only=True, auto_approve=False):</a:t>
            </a:r>
            <a:br/>
            <a:r>
              <a:t>    """Run terraform apply to fix detected drift."""</a:t>
            </a:r>
            <a:br/>
            <a:r>
              <a:t>    report = Path("drift-report.txt")</a:t>
            </a:r>
            <a:br/>
            <a:r>
              <a:t>    if not report.exists():</a:t>
            </a:r>
            <a:br/>
            <a:r>
              <a:t>        print("No drift-report.txt found. Run detect.sh first.")</a:t>
            </a:r>
            <a:br/>
            <a:r>
              <a:t>        return</a:t>
            </a:r>
            <a:br/>
            <a:r>
              <a:t>    cmd = ["terraform", "plan", "-input=false", "-no-color"]</a:t>
            </a:r>
            <a:br/>
            <a:r>
              <a:t>    if not check_only:</a:t>
            </a:r>
            <a:br/>
            <a:r>
              <a:t>        cmd = ["terraform", "apply", "-input=false", "-no-color"]</a:t>
            </a:r>
            <a:br/>
            <a:r>
              <a:t>        if auto_approve:</a:t>
            </a:r>
            <a:br/>
            <a:r>
              <a:t>            cmd.append("-auto-approve")</a:t>
            </a:r>
            <a:br/>
            <a:r>
              <a:t>    result = subprocess.run(cmd, capture_output=True, text=True)</a:t>
            </a:r>
            <a:br/>
            <a:r>
              <a:t>    print(result.stdout)</a:t>
            </a:r>
            <a:br/>
            <a:r>
              <a:t>    return result.returncode ==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Rooman Technologies  |  Internship Project — Phase II Build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10 — 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858000" cy="22860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What Was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 7 modular Terraform modules with feature-flag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 Dual-engine policy system (YAML + OPA) with 8 security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 Full-stack Web Dashboard (FastAPI + Next.js) with RBAC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 Automated drift detection with one-click remediation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 CI/CD pipeline with 221 tests at 99%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 Slack-integrated approval workflows for team collaboration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2011680" cy="10058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Terraform</a:t>
            </a:r>
            <a:br/>
            <a:r>
              <a:t>Modules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931920"/>
            <a:ext cx="2011680" cy="10058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3977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434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3931920"/>
            <a:ext cx="2011680" cy="10058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977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221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434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Tests</a:t>
            </a:r>
            <a:br/>
            <a:r>
              <a:t>Passing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931920"/>
            <a:ext cx="2011680" cy="10058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977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99%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434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Code</a:t>
            </a:r>
            <a:br/>
            <a:r>
              <a:t>Coverage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3931920"/>
            <a:ext cx="2011680" cy="10058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39776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$0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434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Monthly</a:t>
            </a:r>
            <a:br/>
            <a:r>
              <a:t>Cost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371600"/>
            <a:ext cx="3657600" cy="22860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Next Steps (Phase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▸ Multi-region deployment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▸ Container orchestration (ECS/EKS)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▸ Cost anomaly ML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▸ SSO authentication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▸ Production hardening &amp; load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035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5"/>
                </a:solidFill>
              </a:defRPr>
            </a:pPr>
            <a:r>
              <a:t>The Smart AWS Infrastructure Provisioning System is fully operational, thoroughly tested,</a:t>
            </a:r>
            <a:br/>
            <a:r>
              <a:t>and ready for production integration.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Thank You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Rooman Technologies  |  Internship Project — Phase II Build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